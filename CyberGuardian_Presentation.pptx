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0248" y="2286000"/>
            <a:ext cx="7723505" cy="1106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🛡</a:t>
            </a:r>
            <a:r>
              <a:rPr lang="en-US"/>
              <a:t>   </a:t>
            </a:r>
            <a:r>
              <a:t>CyberGuardian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Your All-in-One AI Cybersecurity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Next.js • Gemini AI • VirusTotal API • Tesseract.js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93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🚨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Cybersecurity threats are increasing exponentially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Small businesses and individuals lack access to enterprise-grade security tools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Phishing attacks cost organizations $4.9 billion annually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Average person cannot identify sophisticated cyber threats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Incident response requires expensive specialized knowledge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Security awareness training is boring and ineffective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91%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Of cyberattacks start with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2286000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$6T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Global cybercrime damage by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286000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93%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FFFFF"/>
                </a:solidFill>
              </a:defRPr>
            </a:pPr>
            <a:r>
              <a:t>Of breaches are preventable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E9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💡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AI-Powered, Accessible, All-in-One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📚 Cyber Awareness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Interactive gamified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🎣 Phishing Detection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Real-time AI URL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🚨 Incident Response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Step-by-step playbooks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29768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💻 Code Security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Vulnerability scanning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70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🔍 Key Innovation</a:t>
            </a:r>
          </a:p>
          <a:p>
            <a:r>
              <a:t>Multi-Modal AI Phishing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Pattern Recognition: Advanced regex for character substitution detection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VirusTotal Integration: Real-time threat intelligence from 70+ scanners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AI Analysis: Gemini AI for contextual threat assessment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Multi-Modal Scanning: QR codes, screenshots, and OCR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CF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🏗️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Frontend: Next.js 14 with App Router for optimal performance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AI Engine: Google Gemini for natural language processing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Security APIs: VirusTotal for real-time threat intelligence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Image Processing: Tesseract.js for OCR, jsQR for QR code scanning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Deployment: Vercel for serverless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⚙️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Phase 1: Core infrastructure and design system (30 min)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Phase 2: Phishing detection engine - Full implementation (90 min)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Phase 3: Awareness, incident response, code security (2 hours)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Phase 4: Testing and refinement (15 min)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Phase 5: Deployment to Vercel (10 min)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Total Build Time: ~6 hours | Result: Demo-ready MVP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✨ Feature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🎮 Gamified Learning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Interactive quizzes with instant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10312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⚡ Real-time Analysis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Instant URL scanning with risk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📋 Smart Playbooks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Guided response for multiple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🔐 Code Scanning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Detect SQL injection, XSS, secrets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11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Accessibility: Free tier for individuals and small businesses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Scalability: Serverless architecture handles millions of users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Education: Makes cybersecurity knowledge accessible to all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Prevention: Reduces phishing success rate by early detection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✓ Cost Savings: Prevents costly security incidents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A3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Making Cybersecurity Accessible to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CyberGuardian AI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Live Demo Available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Questions? Let's discuss how we can make the digital world safer.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2547</Words>
  <Application>WPS Presentation</Application>
  <PresentationFormat>On-screen Show (4:3)</PresentationFormat>
  <Paragraphs>101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WPS_1755243784</cp:lastModifiedBy>
  <cp:revision>2</cp:revision>
  <dcterms:created xsi:type="dcterms:W3CDTF">2013-01-27T09:14:00Z</dcterms:created>
  <dcterms:modified xsi:type="dcterms:W3CDTF">2026-01-08T16:54:45Z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8655470DC5B34CDF949D69B59F688C68_12</vt:lpwstr>
  </property>
  <property fmtid="{D5CDD505-2E9C-101B-9397-08002B2CF9AE}" pid="3" name="KSOProductBuildVer">
    <vt:lpwstr>1033-12.2.0.23196</vt:lpwstr>
  </property>
</Properties>
</file>