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</a:defRPr>
            </a:pPr>
            <a:r>
              <a:t>🛡️ CyberGuardian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Your All-in-One AI Cybersecurity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Next.js • Gemini AI • VirusTotal API • Tesseract.js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9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🚨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Cybersecurity threats are increasing exponentially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Small businesses and individuals lack access to enterprise-grade security tools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Phishing attacks cost organizations $4.9 billion annually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Average person cannot identify sophisticated cyber threats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Incident response requires expensive specialized knowledge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Security awareness training is boring and ineffective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A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📊 The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91%</a:t>
            </a:r>
          </a:p>
          <a:p>
            <a:pPr algn="ctr">
              <a:spcBef>
                <a:spcPts val="2000"/>
              </a:spcBef>
              <a:defRPr sz="1800">
                <a:solidFill>
                  <a:srgbClr val="FFFFFF"/>
                </a:solidFill>
              </a:defRPr>
            </a:pPr>
            <a:r>
              <a:t>Of cyberattacks start with phishing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0" y="228600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$6T</a:t>
            </a:r>
          </a:p>
          <a:p>
            <a:pPr algn="ctr">
              <a:spcBef>
                <a:spcPts val="2000"/>
              </a:spcBef>
              <a:defRPr sz="1800">
                <a:solidFill>
                  <a:srgbClr val="FFFFFF"/>
                </a:solidFill>
              </a:defRPr>
            </a:pPr>
            <a:r>
              <a:t>Global cybercrime damage by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28600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93%</a:t>
            </a:r>
          </a:p>
          <a:p>
            <a:pPr algn="ctr">
              <a:spcBef>
                <a:spcPts val="2000"/>
              </a:spcBef>
              <a:defRPr sz="1800">
                <a:solidFill>
                  <a:srgbClr val="FFFFFF"/>
                </a:solidFill>
              </a:defRPr>
            </a:pPr>
            <a:r>
              <a:t>Of breaches are preventable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E9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💡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AI-Powered, Accessible, All-in-One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3657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📚 Cyber Awareness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Interactive gamified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286000"/>
            <a:ext cx="3657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🎣 Phishing Detection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Real-time AI URL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3657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🚨 Incident Response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Step-by-step playbooks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297680"/>
            <a:ext cx="3657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💻 Code Security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Vulnerability scanning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70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🔍 Key Innovation</a:t>
            </a:r>
          </a:p>
          <a:p>
            <a:r>
              <a:t>Multi-Modal AI Phishing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Pattern Recognition: Advanced regex for character substitution detection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VirusTotal Integration: Real-time threat intelligence from 70+ scanners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AI Analysis: Gemini AI for contextual threat assessment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Multi-Modal Scanning: QR codes, screenshots, and OCR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CFD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🏗️ 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Frontend: Next.js 14 with App Router for optimal performance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AI Engine: Google Gemini for natural language processing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Security APIs: VirusTotal for real-time threat intelligence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Image Processing: Tesseract.js for OCR, jsQR for QR code scanning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Deployment: Vercel for serverless scalability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⚙️ Implementation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Phase 1: Core infrastructure and design system (30 min)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Phase 2: Phishing detection engine - Full implementation (90 min)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Phase 3: Awareness, incident response, code security (2 hours)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Phase 4: Testing and refinement (15 min)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Phase 5: Deployment to Vercel (10 min)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Total Build Time: ~6 hours | Result: Demo-ready MVP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✨ Feature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3657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🎮 Gamified Learning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Interactive quizzes with instant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2103120"/>
            <a:ext cx="3657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⚡ Real-time Analysis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Instant URL scanning with risk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3657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📋 Smart Playbooks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Guided response for multiple threats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4114800"/>
            <a:ext cx="3657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🔐 Code Scanning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Detect SQL injection, XSS, secrets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A11C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🚀 Impact &amp;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Accessibility: Free tier for individuals and small businesses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Scalability: Serverless architecture handles millions of users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Education: Makes cybersecurity knowledge accessible to all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Prevention: Reduces phishing success rate by early detection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✓ Cost Savings: Prevents costly security incidents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A3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0" y="1371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/>
            </a:pPr>
            <a:r>
              <a:t>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Making Cybersecurity Accessible to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6400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CyberGuardian AI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Live Demo Available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Questions? Let's discuss how we can make the digital world safer.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